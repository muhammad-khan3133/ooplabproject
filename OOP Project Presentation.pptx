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3" r:id="rId3"/>
    <p:sldId id="264" r:id="rId4"/>
    <p:sldId id="258" r:id="rId5"/>
    <p:sldId id="259" r:id="rId6"/>
    <p:sldId id="260" r:id="rId7"/>
    <p:sldId id="261" r:id="rId8"/>
    <p:sldId id="262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23"/>
    <p:restoredTop sz="94610"/>
  </p:normalViewPr>
  <p:slideViewPr>
    <p:cSldViewPr snapToGrid="0" snapToObjects="1">
      <p:cViewPr varScale="1">
        <p:scale>
          <a:sx n="211" d="100"/>
          <a:sy n="211" d="100"/>
        </p:scale>
        <p:origin x="21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3970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CONCEPTS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Habit Tracker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Abdullah Khan · Muhammad Aayan· Muhammad Yaseen Tariq</a:t>
            </a:r>
          </a:p>
          <a:p>
            <a:pPr marL="0" indent="0">
              <a:buNone/>
            </a:pPr>
            <a:endParaRPr lang="en-US" sz="1400" dirty="0">
              <a:solidFill>
                <a:srgbClr val="E2E8F0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Submitted to: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cs typeface="Calibri" pitchFamily="34" charset="-120"/>
              </a:rPr>
              <a:t>Sir Faisal Zia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Bahria University  |  Department of Software Engineering  |  BSE-2B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i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274320" y="1325880"/>
            <a:ext cx="4206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FC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lightweight desktop habit-tracking application that helps users build and maintain routines by recording daily actions and visualizing consistency.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325880"/>
            <a:ext cx="4206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FC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Objectives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19202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Improve user consistency and productivity, enable simple habit management, and provide an intuitive analytics dashboard for progress monitoring.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37033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FC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794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Offline-first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41879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Designed to run without network dependence using local text-file storage for resilience, privacy, and quick startup.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i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274320" y="128016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CFC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280160"/>
            <a:ext cx="91440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Habit CRUD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update, and delete habits across multiple categories — Health, Study, Personal, and more.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28016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CFC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280160"/>
            <a:ext cx="91440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3716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Streak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calculates current streak and longest streak for both daily and weekly habit types.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CFC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280160"/>
            <a:ext cx="91440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3716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17373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progress bars and performance trends give users an at-a-glance view of their consistency.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CFC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154680"/>
            <a:ext cx="91440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461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Storage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stored in plain text files on the device — no internet required, no privacy concerns.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315468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CFC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3154680"/>
            <a:ext cx="91440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2461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Profiles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3611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has a profile (username) tied to their habit data, supporting personalized tracking sessions.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154680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CFC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3154680"/>
            <a:ext cx="91440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2461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Streak Statistics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3611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statistics view shows each habit alongside its streak count and long-term performance.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 Encapsulation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data (attributes) and methods together in a class, hiding internal state and only exposing a public interface.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Principles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data — hidden from outside access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getters/setters — controlled access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— invalid values blocked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 stay internal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874520"/>
            <a:ext cx="4206240" cy="2926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920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User.h — In the Project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0" y="228600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 {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username; // hidden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setUsername(string u);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getUsername();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 Inheritance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class acquires properties and behaviors from a parent class, enabling code reuse and establishing an "is-a" relationship.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Habit (Abstract)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331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category, streak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calculateStreak()  getType()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0" y="2834640"/>
            <a:ext cx="0" cy="5029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3337560"/>
            <a:ext cx="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2834640"/>
            <a:ext cx="0" cy="5029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3337560"/>
            <a:ext cx="14630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337560"/>
            <a:ext cx="292608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3832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DailyHabit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all Habit fields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calculateStreak()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daily reset logic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getType() → "Daily"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3337560"/>
            <a:ext cx="2926080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33832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WeeklyHabit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77840" y="3749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all Habit fields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calculateStreak()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weekly reset logic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getType() → "Weekly"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 Polymorphism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"Many forms" — the same method call behaves differently depending on the actual type of the object at runtime (virtual dispatch).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the Habit Tracker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4023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DailyHabit &amp; WeeklyHabit override calculateStreak()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HabitManager stores a list of Habit* pointers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calculateStreak() automatically picks the right version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getType() returns "Daily" or "Weekly" at runtime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destructor ensures proper cleanup for each type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874520"/>
            <a:ext cx="4114800" cy="2971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DerivedHabits.h — Virtual Override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228600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defines the interface
</a:t>
            </a: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void calculateStreak() = 0;
</a:t>
            </a: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getType() = 0;
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Each subclass defines own behavior
</a:t>
            </a: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DailyHabit : </a:t>
            </a: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Habit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calculateStreak();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getType();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 Abstraction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complex implementation details behind a simple interface — users interact with the "what", not the "how".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393192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920240"/>
            <a:ext cx="3931920" cy="5486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 Habit Class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instantiated directly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pure virtual methods as a "contract"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calculateStreak() must be implemented by subclasses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getType() must be implemented by subclasses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fields accessible to child classes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920240"/>
            <a:ext cx="393192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920240"/>
            <a:ext cx="3931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Module-Level Abstraction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42316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HabitManager — controls habit lifecycle; hides file I/O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FileManager — handles file operations; abstract to callers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— presents UI; decoupled from data logic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— simple interface with hidden username storage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exposes only what callers need to know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Four Pillars —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1691640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09728" cy="16916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612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" y="158191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class hides username with private access; public getters/setters enforce data integrity.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023360" cy="1691640"/>
          </a:xfrm>
          <a:prstGeom prst="rect">
            <a:avLst/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109728" cy="16916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1612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56048" y="158191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DailyHabit &amp; WeeklyHabit extend Habit, reusing name, category, streak and other shared fields.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023360" cy="16916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71800"/>
            <a:ext cx="109728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0815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Polymorphism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" y="350215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calculateStreak() and getType() are called on Habit* pointers; runtime selects the right version.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023360" cy="1691640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71800"/>
            <a:ext cx="109728" cy="16916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30815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56048" y="350215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is an abstract class; HabitManager and FileManager hide complex logic behind simple APIs.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1704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1521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 Integration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4264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or Qt framework replacing the menu-driven interface with a full graphical UI.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837944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9293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Analytics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18541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performance trends, calendar-style completion views, and data visualizations.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96896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26883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2670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Gamification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9443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badges for milestones and habit difficulty ratings to boost engagement.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35584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34472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703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prompts and system-level notifications to help users maintain streaks.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11480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4206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0120" y="4187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Expanded Storage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4622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replacing local files for faster querying as habit history grows.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6576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 Tracker with Streak System demonstrates all four OOP pillars in a real, working C++ application: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8046720" cy="5486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31720" y="21945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class with private username + controlled access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07208"/>
            <a:ext cx="8046720" cy="5486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529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Inheritance: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28529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DailyHabit &amp; WeeklyHabit extend abstract Habit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65576"/>
            <a:ext cx="8046720" cy="5486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112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Polymorphism: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35112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calculateStreak() dispatched at runtime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23944"/>
            <a:ext cx="8046720" cy="54864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1696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Abstraction: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31720" y="41696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class hides implementation behind clean interface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Abdullah Khan · Muhammad Aayan · Muhammad Yaseen Tariq  |  BSE-2B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845</Words>
  <Application>Microsoft Macintosh PowerPoint</Application>
  <PresentationFormat>On-screen Show (16:9)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Consolas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Concepts – Habit Tracker Project</dc:title>
  <dc:subject>PptxGenJS Presentation</dc:subject>
  <dc:creator>PptxGenJS</dc:creator>
  <cp:lastModifiedBy>Areej Khan</cp:lastModifiedBy>
  <cp:revision>3</cp:revision>
  <dcterms:created xsi:type="dcterms:W3CDTF">2026-05-19T07:22:42Z</dcterms:created>
  <dcterms:modified xsi:type="dcterms:W3CDTF">2026-05-19T07:43:36Z</dcterms:modified>
</cp:coreProperties>
</file>